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| Cavendish University Uganda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2560320" cy="320040"/>
          </a:xfrm>
          <a:prstGeom prst="roundRect">
            <a:avLst>
              <a:gd name="adj" fmla="val 28571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Cavendish University Uganda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intelligent platform for reporting, tracking, and reclaiming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belongings across all Cavendish University campuses.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097280" cy="292608"/>
          </a:xfrm>
          <a:prstGeom prst="roundRect">
            <a:avLst>
              <a:gd name="adj" fmla="val 31250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Campuses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0" y="3840480"/>
            <a:ext cx="1673352" cy="292608"/>
          </a:xfrm>
          <a:prstGeom prst="roundRect">
            <a:avLst>
              <a:gd name="adj" fmla="val 31250"/>
            </a:avLst>
          </a:prstGeom>
          <a:solidFill>
            <a:srgbClr val="EC4899">
              <a:alpha val="2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3840480"/>
            <a:ext cx="1673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Access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0" y="3840480"/>
            <a:ext cx="1673352" cy="292608"/>
          </a:xfrm>
          <a:prstGeom prst="roundRect">
            <a:avLst>
              <a:gd name="adj" fmla="val 3125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3840480"/>
            <a:ext cx="1673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Verified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132320" y="109728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1E293B">
              <a:alpha val="70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64592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6366F1">
              <a:alpha val="7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3291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 Through Knowledge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3840480"/>
            <a:ext cx="768096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3840480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sql.js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412480" y="3840480"/>
            <a:ext cx="1179576" cy="292608"/>
          </a:xfrm>
          <a:prstGeom prst="roundRect">
            <a:avLst>
              <a:gd name="adj" fmla="val 31250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840480"/>
            <a:ext cx="1179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92640" y="3840480"/>
            <a:ext cx="1097280" cy="292608"/>
          </a:xfrm>
          <a:prstGeom prst="roundRect">
            <a:avLst>
              <a:gd name="adj" fmla="val 31250"/>
            </a:avLst>
          </a:prstGeom>
          <a:solidFill>
            <a:srgbClr val="EC4899">
              <a:alpha val="2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3840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| Cavendish University Uganda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1261872" cy="292608"/>
          </a:xfrm>
          <a:prstGeom prst="roundRect">
            <a:avLst>
              <a:gd name="adj" fmla="val 31250"/>
            </a:avLst>
          </a:prstGeom>
          <a:solidFill>
            <a:srgbClr val="6366F1">
              <a:alpha val="2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Team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 - FindMe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3291840" cy="2926080"/>
          </a:xfrm>
          <a:prstGeom prst="roundRect">
            <a:avLst>
              <a:gd name="adj" fmla="val 625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2560320"/>
            <a:ext cx="1097280" cy="1097280"/>
          </a:xfrm>
          <a:prstGeom prst="ellipse">
            <a:avLst/>
          </a:prstGeom>
          <a:solidFill>
            <a:srgbClr val="6366F1">
              <a:alpha val="4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560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OLUM WALTER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Cavendish University Uganda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2286000"/>
            <a:ext cx="3291840" cy="2926080"/>
          </a:xfrm>
          <a:prstGeom prst="roundRect">
            <a:avLst>
              <a:gd name="adj" fmla="val 625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2560320"/>
            <a:ext cx="1097280" cy="1097280"/>
          </a:xfrm>
          <a:prstGeom prst="ellipse">
            <a:avLst/>
          </a:prstGeom>
          <a:solidFill>
            <a:srgbClr val="EC4899">
              <a:alpha val="4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560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20624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MASIKA JUDITH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0624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4572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Cavendish University Uganda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63840" y="2286000"/>
            <a:ext cx="3291840" cy="2926080"/>
          </a:xfrm>
          <a:prstGeom prst="roundRect">
            <a:avLst>
              <a:gd name="adj" fmla="val 625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2560320"/>
            <a:ext cx="1097280" cy="1097280"/>
          </a:xfrm>
          <a:prstGeom prst="ellipse">
            <a:avLst/>
          </a:prstGeom>
          <a:solidFill>
            <a:srgbClr val="06B6D4">
              <a:alpha val="4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2560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86384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MUHINDO VICENT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6384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0" y="4572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Cavendish University Uganda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| Cavendish University Uganda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1673352" cy="292608"/>
          </a:xfrm>
          <a:prstGeom prst="roundRect">
            <a:avLst>
              <a:gd name="adj" fmla="val 31250"/>
            </a:avLst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673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campuses face a persistent challenge with lost and found items. Without a centralized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belongings go unclaimed, students waste time, and security offices are overwhelmed.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383280" cy="1737360"/>
          </a:xfrm>
          <a:prstGeom prst="roundRect">
            <a:avLst>
              <a:gd name="adj" fmla="val 7895"/>
            </a:avLst>
          </a:prstGeom>
          <a:solidFill>
            <a:srgbClr val="1A0A0A">
              <a:alpha val="90000"/>
            </a:srgbClr>
          </a:solidFill>
          <a:ln w="381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94560"/>
            <a:ext cx="338328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reported on paper notes, social media, or word of mouth. Scattered and unreliable.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2194560"/>
            <a:ext cx="3383280" cy="1737360"/>
          </a:xfrm>
          <a:prstGeom prst="roundRect">
            <a:avLst>
              <a:gd name="adj" fmla="val 7895"/>
            </a:avLst>
          </a:prstGeom>
          <a:solidFill>
            <a:srgbClr val="1A0A0A">
              <a:alpha val="90000"/>
            </a:srgbClr>
          </a:solidFill>
          <a:ln w="381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2194560"/>
            <a:ext cx="338328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8912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Recovery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students learn about found items, they are transferred or discarded.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863840" y="2194560"/>
            <a:ext cx="3383280" cy="1737360"/>
          </a:xfrm>
          <a:prstGeom prst="roundRect">
            <a:avLst>
              <a:gd name="adj" fmla="val 7895"/>
            </a:avLst>
          </a:prstGeom>
          <a:solidFill>
            <a:srgbClr val="1A0A0A">
              <a:alpha val="90000"/>
            </a:srgbClr>
          </a:solidFill>
          <a:ln w="381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2194560"/>
            <a:ext cx="338328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4672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claim verification, items given to wrong people. No proof of ownership.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3383280" cy="1737360"/>
          </a:xfrm>
          <a:prstGeom prst="roundRect">
            <a:avLst>
              <a:gd name="adj" fmla="val 7895"/>
            </a:avLst>
          </a:prstGeom>
          <a:solidFill>
            <a:srgbClr val="1A0A0A">
              <a:alpha val="90000"/>
            </a:srgbClr>
          </a:solidFill>
          <a:ln w="381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114800"/>
            <a:ext cx="338328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Silos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937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campus operates independently. Item lost at Ggaba may be found at Mukono.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06240" y="4114800"/>
            <a:ext cx="3383280" cy="1737360"/>
          </a:xfrm>
          <a:prstGeom prst="roundRect">
            <a:avLst>
              <a:gd name="adj" fmla="val 7895"/>
            </a:avLst>
          </a:prstGeom>
          <a:solidFill>
            <a:srgbClr val="1A0A0A">
              <a:alpha val="90000"/>
            </a:srgbClr>
          </a:solidFill>
          <a:ln w="381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4114800"/>
            <a:ext cx="338328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38912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0" y="4937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of who reported, claimed, or what happened. Zero admin visibility.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863840" y="4114800"/>
            <a:ext cx="3383280" cy="1737360"/>
          </a:xfrm>
          <a:prstGeom prst="roundRect">
            <a:avLst>
              <a:gd name="adj" fmla="val 7895"/>
            </a:avLst>
          </a:prstGeom>
          <a:solidFill>
            <a:srgbClr val="1A0A0A">
              <a:alpha val="90000"/>
            </a:srgbClr>
          </a:solidFill>
          <a:ln w="381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4114800"/>
            <a:ext cx="338328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04672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Access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4937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live on phones. Without mobile-friendly system, engagement is extremely low.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| Cavendish University Uganda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1261872" cy="292608"/>
          </a:xfrm>
          <a:prstGeom prst="roundRect">
            <a:avLst>
              <a:gd name="adj" fmla="val 3125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FindMe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is a single-file, browser-based lost and found management system built specifically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Cavendish University Uganda. It runs entirely in the browser with no server required.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1E293B">
              <a:alpha val="60000"/>
            </a:srgbClr>
          </a:solidFill>
          <a:ln w="381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3317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 Required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browser. No PHP, no MySQL, no hosting costs. Just one HTML file.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1E293B">
              <a:alpha val="60000"/>
            </a:srgbClr>
          </a:solidFill>
          <a:ln w="381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918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 Browser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sql.js (WebAssembly) for a full SQL database stored in browser localStorage.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1E293B">
              <a:alpha val="60000"/>
            </a:srgbClr>
          </a:solidFill>
          <a:ln w="3810">
            <a:solidFill>
              <a:srgbClr val="EC4899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251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C4899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4480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user roles with unique permissions: Student, Staff, Security, Moderator, Admin, Super.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1E293B">
              <a:alpha val="60000"/>
            </a:srgbClr>
          </a:solidFill>
          <a:ln w="381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212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5166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63040" y="5440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glassmorphism UI. Works on phones, tablets, and desktops.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1280160"/>
            <a:ext cx="4389120" cy="4572000"/>
          </a:xfrm>
          <a:prstGeom prst="roundRect">
            <a:avLst>
              <a:gd name="adj" fmla="val 4167"/>
            </a:avLst>
          </a:prstGeom>
          <a:solidFill>
            <a:srgbClr val="1E293B">
              <a:alpha val="60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1463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32320" y="2011680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0F1023">
              <a:alpha val="80000"/>
            </a:srgbClr>
          </a:solidFill>
          <a:ln w="381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9480" y="2103120"/>
            <a:ext cx="411480" cy="411480"/>
          </a:xfrm>
          <a:prstGeom prst="ellipse">
            <a:avLst/>
          </a:prstGeom>
          <a:solidFill>
            <a:srgbClr val="F97316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863840" y="2029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 structure, inline CSS &amp; JS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132320" y="2743200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0F1023">
              <a:alpha val="80000"/>
            </a:srgbClr>
          </a:solidFill>
          <a:ln w="381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9480" y="2834640"/>
            <a:ext cx="411480" cy="41148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2761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6384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Glassmorphism, animations, responsive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132320" y="3474720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0F1023">
              <a:alpha val="80000"/>
            </a:srgbClr>
          </a:solidFill>
          <a:ln w="3810">
            <a:solidFill>
              <a:srgbClr val="EAB308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69480" y="3566160"/>
            <a:ext cx="411480" cy="411480"/>
          </a:xfrm>
          <a:prstGeom prst="ellipse">
            <a:avLst/>
          </a:prstGeom>
          <a:solidFill>
            <a:srgbClr val="EAB308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86384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6384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routing, client rendering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132320" y="4206240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0F1023">
              <a:alpha val="80000"/>
            </a:srgbClr>
          </a:solidFill>
          <a:ln w="381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69480" y="4297680"/>
            <a:ext cx="411480" cy="411480"/>
          </a:xfrm>
          <a:prstGeom prst="ellipse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863840" y="4224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sql.js (SQLite WASM)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86384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in browser, localStorage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32320" y="4937760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0F1023">
              <a:alpha val="80000"/>
            </a:srgbClr>
          </a:solidFill>
          <a:ln w="381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69480" y="5029200"/>
            <a:ext cx="411480" cy="411480"/>
          </a:xfrm>
          <a:prstGeom prst="ellipse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863840" y="4956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86384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consistent vector icons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| Cavendish University Uganda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1426464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5029200" cy="4114800"/>
          </a:xfrm>
          <a:prstGeom prst="roundRect">
            <a:avLst>
              <a:gd name="adj" fmla="val 4444"/>
            </a:avLst>
          </a:prstGeom>
          <a:solidFill>
            <a:srgbClr val="1E293B">
              <a:alpha val="80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45920"/>
            <a:ext cx="5029200" cy="365760"/>
          </a:xfrm>
          <a:prstGeom prst="roundRect">
            <a:avLst>
              <a:gd name="adj" fmla="val 37500"/>
            </a:avLst>
          </a:prstGeom>
          <a:solidFill>
            <a:srgbClr val="15152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7373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173736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80160" y="173736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localhost/lost-and-found/frontend/index.html#login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828800" y="22860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366F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your FindMe account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3840480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0F1023"/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you@cavendish.ac.ug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71600" y="4297680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0F1023"/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********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0" y="4846320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846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645920"/>
            <a:ext cx="5486400" cy="4114800"/>
          </a:xfrm>
          <a:prstGeom prst="roundRect">
            <a:avLst>
              <a:gd name="adj" fmla="val 4444"/>
            </a:avLst>
          </a:prstGeom>
          <a:solidFill>
            <a:srgbClr val="1E293B">
              <a:alpha val="80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645920"/>
            <a:ext cx="5486400" cy="365760"/>
          </a:xfrm>
          <a:prstGeom prst="roundRect">
            <a:avLst>
              <a:gd name="adj" fmla="val 37500"/>
            </a:avLst>
          </a:prstGeom>
          <a:solidFill>
            <a:srgbClr val="15152A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17373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173736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0" y="173736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#register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94360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FindMe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0" y="2468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student account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0" y="28346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*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400800" y="3017520"/>
            <a:ext cx="4572000" cy="228600"/>
          </a:xfrm>
          <a:prstGeom prst="roundRect">
            <a:avLst>
              <a:gd name="adj" fmla="val 24000"/>
            </a:avLst>
          </a:prstGeom>
          <a:solidFill>
            <a:srgbClr val="0F1023"/>
          </a:solidFill>
          <a:ln w="254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2918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Student/Staff ID * (123-456)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400800" y="3474720"/>
            <a:ext cx="4572000" cy="228600"/>
          </a:xfrm>
          <a:prstGeom prst="roundRect">
            <a:avLst>
              <a:gd name="adj" fmla="val 24000"/>
            </a:avLst>
          </a:prstGeom>
          <a:solidFill>
            <a:srgbClr val="0F1023"/>
          </a:solidFill>
          <a:ln w="254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749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*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400800" y="3931920"/>
            <a:ext cx="4572000" cy="228600"/>
          </a:xfrm>
          <a:prstGeom prst="roundRect">
            <a:avLst>
              <a:gd name="adj" fmla="val 24000"/>
            </a:avLst>
          </a:prstGeom>
          <a:solidFill>
            <a:srgbClr val="0F1023"/>
          </a:solidFill>
          <a:ln w="254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2062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*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400800" y="4389120"/>
            <a:ext cx="4572000" cy="228600"/>
          </a:xfrm>
          <a:prstGeom prst="roundRect">
            <a:avLst>
              <a:gd name="adj" fmla="val 24000"/>
            </a:avLst>
          </a:prstGeom>
          <a:solidFill>
            <a:srgbClr val="0F1023"/>
          </a:solidFill>
          <a:ln w="254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6634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*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400800" y="4846320"/>
            <a:ext cx="4572000" cy="228600"/>
          </a:xfrm>
          <a:prstGeom prst="roundRect">
            <a:avLst>
              <a:gd name="adj" fmla="val 24000"/>
            </a:avLst>
          </a:prstGeom>
          <a:solidFill>
            <a:srgbClr val="0F1023"/>
          </a:solidFill>
          <a:ln w="254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51206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&amp; Semester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400800" y="5303520"/>
            <a:ext cx="4572000" cy="228600"/>
          </a:xfrm>
          <a:prstGeom prst="roundRect">
            <a:avLst>
              <a:gd name="adj" fmla="val 24000"/>
            </a:avLst>
          </a:prstGeom>
          <a:solidFill>
            <a:srgbClr val="0F1023"/>
          </a:solidFill>
          <a:ln w="254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0" y="5166360"/>
            <a:ext cx="3657600" cy="320040"/>
          </a:xfrm>
          <a:prstGeom prst="roundRect">
            <a:avLst>
              <a:gd name="adj" fmla="val 22857"/>
            </a:avLst>
          </a:pr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0" y="5166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| Cavendish University Uganda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1261872" cy="292608"/>
          </a:xfrm>
          <a:prstGeom prst="roundRect">
            <a:avLst>
              <a:gd name="adj" fmla="val 31250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6366F1">
              <a:alpha val="12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828800"/>
            <a:ext cx="914400" cy="914400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UI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Grid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16459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06B6D4">
              <a:alpha val="12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1828800"/>
            <a:ext cx="914400" cy="914400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SPA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Matching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16459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10B981">
              <a:alpha val="12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1828800"/>
            <a:ext cx="914400" cy="91440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32004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sql.js (SQLite WASM)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Migration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 Export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9377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49377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017520" y="49377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9377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303520" y="49377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Check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78040" y="49377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589520" y="49377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464040" y="49377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875520" y="49377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| Cavendish University Uganda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932688" cy="292608"/>
          </a:xfrm>
          <a:prstGeom prst="roundRect">
            <a:avLst>
              <a:gd name="adj" fmla="val 3125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932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10789920" cy="4389120"/>
          </a:xfrm>
          <a:prstGeom prst="roundRect">
            <a:avLst>
              <a:gd name="adj" fmla="val 3125"/>
            </a:avLst>
          </a:prstGeom>
          <a:solidFill>
            <a:srgbClr val="1E293B">
              <a:alpha val="70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64592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645920"/>
            <a:ext cx="3017520" cy="320040"/>
          </a:xfrm>
          <a:prstGeom prst="roundRect">
            <a:avLst>
              <a:gd name="adj" fmla="val 14286"/>
            </a:avLst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057400"/>
            <a:ext cx="10424160" cy="3017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05740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0" y="205740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Student/staff accounts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205740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campus, faculty, points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2377440"/>
            <a:ext cx="10424160" cy="3017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37744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lost_items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0" y="237744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item reports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0" y="237744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campus, is_urgent, views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" y="2697480"/>
            <a:ext cx="10424160" cy="3017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69748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found_items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00400" y="269748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item reports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0" y="269748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is_verified, views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3017520"/>
            <a:ext cx="10424160" cy="3017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01752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0" y="301752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claims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0" y="301752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evidence, status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" y="3337560"/>
            <a:ext cx="10424160" cy="3017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33756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0" y="333756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classification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0" y="333756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category_name, icon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1520" y="3657600"/>
            <a:ext cx="10424160" cy="3017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65760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0400" y="365760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alerts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0" y="365760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message, type, link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31520" y="3977640"/>
            <a:ext cx="10424160" cy="3017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397764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00400" y="397764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broadcasts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00800" y="397764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priority, target_role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31520" y="4297680"/>
            <a:ext cx="10424160" cy="3017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429768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00400" y="429768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00800" y="429768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target_type, details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31520" y="4617720"/>
            <a:ext cx="10424160" cy="3017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461772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00400" y="461772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messaging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00800" y="461772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message, is_read, claim_id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1520" y="4937760"/>
            <a:ext cx="10424160" cy="3017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31520" y="493776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saved_items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200400" y="493776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00800" y="493776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item_type, item_id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31520" y="5257800"/>
            <a:ext cx="10424160" cy="30175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" y="525780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200400" y="525780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400800" y="525780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comment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31520" y="5577840"/>
            <a:ext cx="10424160" cy="3017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731520" y="557784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200400" y="557784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400800" y="557784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setting_key, setting_value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00400" y="6126480"/>
            <a:ext cx="1014984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0" y="6126480"/>
            <a:ext cx="1014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Tables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754880" y="6126480"/>
            <a:ext cx="1261872" cy="292608"/>
          </a:xfrm>
          <a:prstGeom prst="roundRect">
            <a:avLst>
              <a:gd name="adj" fmla="val 31250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61264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583680" y="6126480"/>
            <a:ext cx="1426464" cy="292608"/>
          </a:xfrm>
          <a:prstGeom prst="roundRect">
            <a:avLst>
              <a:gd name="adj" fmla="val 3125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83680" y="612648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Migration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| Cavendish University Uganda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1426464" cy="292608"/>
          </a:xfrm>
          <a:prstGeom prst="roundRect">
            <a:avLst>
              <a:gd name="adj" fmla="val 31250"/>
            </a:avLst>
          </a:prstGeom>
          <a:solidFill>
            <a:srgbClr val="6366F1">
              <a:alpha val="2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34747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 Lost/Found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Submit Claims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Search &amp; Save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Message Users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Admin Access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0" y="155448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1554480"/>
            <a:ext cx="347472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Student Features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8056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Manage Found Items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8056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Items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8056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Staff Dashboard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8056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8056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User Mgmt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8056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46720" y="155448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1554480"/>
            <a:ext cx="347472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Student Features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Verify Found Items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2296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Verification Queue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Security Dashboard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Item Deletion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2960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393192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3931920"/>
            <a:ext cx="347472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31520" y="4434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Manage Reports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152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Manage Claims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3152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" y="5074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View Analytics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3152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1520" y="5394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Post Announcements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1520" y="5394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1520" y="5715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User Mgmt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31520" y="5715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297680" y="393192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97680" y="3931920"/>
            <a:ext cx="347472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80560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480560" y="4434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Manage Users &amp; Roles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48056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48056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Item Matching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48056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480560" y="5074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Audit Log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48056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480560" y="5394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Export Data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480560" y="5394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480560" y="5715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Settings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480560" y="5715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046720" y="393192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46720" y="3931920"/>
            <a:ext cx="347472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29600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8229600" y="4434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Admin Features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22960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22960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 Settings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2296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229600" y="5074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Reset Database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22960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229600" y="5394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Control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8229600" y="5394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| Cavendish University Uganda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1014984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014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Screenshots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5303520" cy="4114800"/>
          </a:xfrm>
          <a:prstGeom prst="roundRect">
            <a:avLst>
              <a:gd name="adj" fmla="val 4444"/>
            </a:avLst>
          </a:prstGeom>
          <a:solidFill>
            <a:srgbClr val="1E293B">
              <a:alpha val="80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45920"/>
            <a:ext cx="5303520" cy="320040"/>
          </a:xfrm>
          <a:prstGeom prst="roundRect">
            <a:avLst>
              <a:gd name="adj" fmla="val 28571"/>
            </a:avLst>
          </a:prstGeom>
          <a:solidFill>
            <a:srgbClr val="15152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7190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" y="171907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9576" y="171907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FindMe - Home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914400" y="219456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6366F1">
              <a:alpha val="15000"/>
            </a:srgbClr>
          </a:solidFill>
          <a:ln w="381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university's intelligent lost and found system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4400" y="34747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F1023"/>
          </a:solidFill>
          <a:ln w="381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474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Lost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68880" y="34747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F1023"/>
          </a:solidFill>
          <a:ln w="381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3474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Found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023360" y="34747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F1023"/>
          </a:solidFill>
          <a:ln w="381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3474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Students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4400" y="4297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Lost Items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" y="4572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MacBook Pro - Main Library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7280" y="4892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Card - Canteen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97280" y="5212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Backpack - Computer Lab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17920" y="1645920"/>
            <a:ext cx="5303520" cy="4114800"/>
          </a:xfrm>
          <a:prstGeom prst="roundRect">
            <a:avLst>
              <a:gd name="adj" fmla="val 4444"/>
            </a:avLst>
          </a:prstGeom>
          <a:solidFill>
            <a:srgbClr val="1E293B">
              <a:alpha val="80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645920"/>
            <a:ext cx="5303520" cy="320040"/>
          </a:xfrm>
          <a:prstGeom prst="roundRect">
            <a:avLst>
              <a:gd name="adj" fmla="val 28571"/>
            </a:avLst>
          </a:prstGeom>
          <a:solidFill>
            <a:srgbClr val="15152A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103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Dashboard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92240" y="25603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0F1023"/>
          </a:solidFill>
          <a:ln w="381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My Lost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61120" y="25603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0F1023"/>
          </a:solidFill>
          <a:ln w="381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My Found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92240" y="329184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0F1023"/>
          </a:solidFill>
          <a:ln w="381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291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Claims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961120" y="329184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0F1023"/>
          </a:solidFill>
          <a:ln w="381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0" y="3291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Approved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4114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Lost Items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92240" y="4389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Backpack [pending]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492240" y="4572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Textbook [resolved]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961120" y="4114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Found Items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961120" y="4389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Charger [returned]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961120" y="4572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Bottle [pending]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| Cavendish University Uganda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1179576" cy="292608"/>
          </a:xfrm>
          <a:prstGeom prst="roundRect">
            <a:avLst>
              <a:gd name="adj" fmla="val 31250"/>
            </a:avLst>
          </a:prstGeom>
          <a:solidFill>
            <a:srgbClr val="EC4899">
              <a:alpha val="2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179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Features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82880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edit roles, ban users, delete accounts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64592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828800"/>
            <a:ext cx="731520" cy="7315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CRUD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item categories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828800"/>
            <a:ext cx="731520" cy="73152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Matching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 lost &amp; found by AI scoring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052560" y="164592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0" y="1828800"/>
            <a:ext cx="731520" cy="731520"/>
          </a:xfrm>
          <a:prstGeom prst="ellipse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3544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3544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faculty, location breakdowns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840480"/>
            <a:ext cx="731520" cy="73152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4663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937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role, priority, campus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83280" y="365760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3840480"/>
            <a:ext cx="731520" cy="73152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20624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566160" y="4663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66160" y="4937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actions with filters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17920" y="365760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40880" y="3840480"/>
            <a:ext cx="731520" cy="731520"/>
          </a:xfrm>
          <a:prstGeom prst="ellipse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04088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0" y="4663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4937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 for all 12 tables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052560" y="365760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75520" y="3840480"/>
            <a:ext cx="731520" cy="7315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87552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235440" y="4663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Message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235440" y="4937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to all or by role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| Cavendish University Uganda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"/>
            <a:ext cx="1426464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Matching Algorithm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4572000" cy="3200400"/>
          </a:xfrm>
          <a:prstGeom prst="roundRect">
            <a:avLst>
              <a:gd name="adj" fmla="val 4286"/>
            </a:avLst>
          </a:prstGeom>
          <a:solidFill>
            <a:srgbClr val="1E293B">
              <a:alpha val="70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Factors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Name Match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542032"/>
            <a:ext cx="3840480" cy="137160"/>
          </a:xfrm>
          <a:prstGeom prst="roundRect">
            <a:avLst>
              <a:gd name="adj" fmla="val 2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542032"/>
            <a:ext cx="1536192" cy="137160"/>
          </a:xfrm>
          <a:prstGeom prst="roundRect">
            <a:avLst>
              <a:gd name="adj" fmla="val 26667"/>
            </a:avLst>
          </a:prstGeom>
          <a:solidFill>
            <a:srgbClr val="8B5CF6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Match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926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182112"/>
            <a:ext cx="3840480" cy="137160"/>
          </a:xfrm>
          <a:prstGeom prst="roundRect">
            <a:avLst>
              <a:gd name="adj" fmla="val 2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182112"/>
            <a:ext cx="768096" cy="137160"/>
          </a:xfrm>
          <a:prstGeom prst="roundRect">
            <a:avLst>
              <a:gd name="adj" fmla="val 26667"/>
            </a:avLst>
          </a:prstGeom>
          <a:solidFill>
            <a:srgbClr val="06B6D4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566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Match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822192"/>
            <a:ext cx="3840480" cy="137160"/>
          </a:xfrm>
          <a:prstGeom prst="roundRect">
            <a:avLst>
              <a:gd name="adj" fmla="val 2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822192"/>
            <a:ext cx="768096" cy="137160"/>
          </a:xfrm>
          <a:prstGeom prst="roundRect">
            <a:avLst>
              <a:gd name="adj" fmla="val 26667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206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Similarity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4206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4462272"/>
            <a:ext cx="3840480" cy="137160"/>
          </a:xfrm>
          <a:prstGeom prst="roundRect">
            <a:avLst>
              <a:gd name="adj" fmla="val 2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4462272"/>
            <a:ext cx="768096" cy="137160"/>
          </a:xfrm>
          <a:prstGeom prst="roundRect">
            <a:avLst>
              <a:gd name="adj" fmla="val 26667"/>
            </a:avLst>
          </a:prstGeom>
          <a:solidFill>
            <a:srgbClr val="EC4899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0" y="1645920"/>
            <a:ext cx="5943600" cy="3200400"/>
          </a:xfrm>
          <a:prstGeom prst="roundRect">
            <a:avLst>
              <a:gd name="adj" fmla="val 4286"/>
            </a:avLst>
          </a:prstGeom>
          <a:solidFill>
            <a:srgbClr val="1E293B">
              <a:alpha val="70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737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52160" y="2331720"/>
            <a:ext cx="320040" cy="320040"/>
          </a:xfrm>
          <a:prstGeom prst="ellipse">
            <a:avLst/>
          </a:prstGeom>
          <a:solidFill>
            <a:srgbClr val="6366F1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2286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Item Reported - Student reports with details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52160" y="2834640"/>
            <a:ext cx="320040" cy="320040"/>
          </a:xfrm>
          <a:prstGeom prst="ellipse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85216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2788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Item Entered - Security logs a found item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52160" y="3337560"/>
            <a:ext cx="320040" cy="320040"/>
          </a:xfrm>
          <a:prstGeom prst="ellipse">
            <a:avLst/>
          </a:prstGeom>
          <a:solidFill>
            <a:srgbClr val="EC4899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85216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Scores - Compares name, category, location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52160" y="3840480"/>
            <a:ext cx="320040" cy="320040"/>
          </a:xfrm>
          <a:prstGeom prst="ellipse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85216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3794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Displayed - Admin sees ranked matches with 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52160" y="4343400"/>
            <a:ext cx="320040" cy="320040"/>
          </a:xfrm>
          <a:prstGeom prst="ellipse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85216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4297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Processed - Owner claims with proof, admin verifies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Confidence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0" y="5074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0" y="5074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70%+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0" y="5074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0" y="5074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50-69%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29600" y="50749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0" y="5074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&lt;50%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| Cavendish University Uganda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FindMe at a Glance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46304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Methods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35440" y="146304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23544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File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 CU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3108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Role-Based Access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108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Smart Matching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108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Audit Logging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3474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Export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474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Zero Server Cost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3474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3931920"/>
            <a:ext cx="2286000" cy="1097280"/>
          </a:xfrm>
          <a:prstGeom prst="roundRect">
            <a:avLst>
              <a:gd name="adj" fmla="val 16667"/>
            </a:avLst>
          </a:prstGeom>
          <a:solidFill>
            <a:srgbClr val="6366F1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4023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1440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914400" y="56692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Cavendish University Uganda | FindMe Lost &amp; Found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FindMe Lost &amp; Found Management System</dc:title>
  <dc:subject>System Presentation</dc:subject>
  <dc:creator>FindMe Team - Cavendish University Uganda</dc:creator>
  <cp:lastModifiedBy>FindMe Team - Cavendish University Uganda</cp:lastModifiedBy>
  <cp:revision>1</cp:revision>
  <dcterms:created xsi:type="dcterms:W3CDTF">2026-07-22T08:46:57Z</dcterms:created>
  <dcterms:modified xsi:type="dcterms:W3CDTF">2026-07-22T08:46:57Z</dcterms:modified>
</cp:coreProperties>
</file>